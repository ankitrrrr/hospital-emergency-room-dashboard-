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803753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IN THIS PROJECT CREATE THREE DASHBOARD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929672"/>
            <a:ext cx="7896227" cy="142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</p:txBody>
      </p:sp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E0E4EC-71A4-565B-AF01-1C085AD9EEC8}"/>
              </a:ext>
            </a:extLst>
          </p:cNvPr>
          <p:cNvSpPr/>
          <p:nvPr/>
        </p:nvSpPr>
        <p:spPr>
          <a:xfrm>
            <a:off x="0" y="0"/>
            <a:ext cx="12192000" cy="6678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highlight>
                  <a:srgbClr val="FFFF00"/>
                </a:highlight>
                <a:latin typeface="Algerian" panose="04020705040A02060702" pitchFamily="82" charset="0"/>
              </a:rPr>
              <a:t>CREATE FIRST DASHBOARD (Monthly View)</a:t>
            </a:r>
            <a:endParaRPr lang="en-IN" sz="2800" dirty="0">
              <a:highlight>
                <a:srgbClr val="FFFF00"/>
              </a:highlight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AB325-45DF-D9C4-6D27-940A27F53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809"/>
            <a:ext cx="12260826" cy="6195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09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7D81D-06FD-F2DF-3DFB-F322BAFBE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7252"/>
            <a:ext cx="12192000" cy="60921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09CE27-8A6B-2A12-FF11-99A044419817}"/>
              </a:ext>
            </a:extLst>
          </p:cNvPr>
          <p:cNvSpPr/>
          <p:nvPr/>
        </p:nvSpPr>
        <p:spPr>
          <a:xfrm>
            <a:off x="0" y="0"/>
            <a:ext cx="12192000" cy="6678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highlight>
                  <a:srgbClr val="FFFF00"/>
                </a:highlight>
                <a:latin typeface="Algerian" panose="04020705040A02060702" pitchFamily="82" charset="0"/>
              </a:rPr>
              <a:t> CREATE SECOND DASHBOARD (Consolidated View)</a:t>
            </a:r>
            <a:endParaRPr lang="en-IN" sz="2800" dirty="0">
              <a:highlight>
                <a:srgbClr val="FFFF00"/>
              </a:highligh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56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7F2A9-D859-47AE-C2B5-95ECC50F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C1865C1-32E8-D928-892F-0939A114D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CD9A62-3839-2AFC-C51A-8DD06FDAAE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9934"/>
            <a:ext cx="12192000" cy="626806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D270010-F447-89B2-5A5C-14ABF779B947}"/>
              </a:ext>
            </a:extLst>
          </p:cNvPr>
          <p:cNvSpPr/>
          <p:nvPr/>
        </p:nvSpPr>
        <p:spPr>
          <a:xfrm>
            <a:off x="0" y="0"/>
            <a:ext cx="12192000" cy="6678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highlight>
                  <a:srgbClr val="FFFF00"/>
                </a:highlight>
                <a:latin typeface="Algerian" panose="04020705040A02060702" pitchFamily="82" charset="0"/>
              </a:rPr>
              <a:t> CREATE SECOND DASHBOARD (patients detail)</a:t>
            </a:r>
            <a:endParaRPr lang="en-IN" sz="2800" dirty="0">
              <a:highlight>
                <a:srgbClr val="FFFF00"/>
              </a:highligh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5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510</Words>
  <Application>Microsoft Office PowerPoint</Application>
  <PresentationFormat>Widescreen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Algerian</vt:lpstr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Ankit Kumar</cp:lastModifiedBy>
  <cp:revision>7</cp:revision>
  <dcterms:created xsi:type="dcterms:W3CDTF">2024-11-24T05:55:51Z</dcterms:created>
  <dcterms:modified xsi:type="dcterms:W3CDTF">2026-02-23T20:04:19Z</dcterms:modified>
</cp:coreProperties>
</file>